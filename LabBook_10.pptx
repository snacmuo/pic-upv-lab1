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7" r:id="rId6"/>
    <p:sldId id="293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113" d="100"/>
          <a:sy n="113" d="100"/>
        </p:scale>
        <p:origin x="1056" y="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Si observamos la primera gráfica, vemos que el valor del índice efectivo se estabiliza para valores de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resolution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mayores a 50.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crear la gráfica para el caso de análisis de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en vez de usar un valor de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resolution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mayor a 50, se ha optado por usar de 20, ya que para este valor se obtiene un índice efectivo equivalente al del caso de estabilidad para valores mayores a 50 en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resolution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y con ello tendremos un menor coste computacional.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7488347" y="2709096"/>
            <a:ext cx="36465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C2838CE-B9D8-467E-8B84-5C454526BF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860" y="1619947"/>
            <a:ext cx="3961720" cy="308133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AE13B25-34E2-4836-90D7-5F03ABB5FA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476" y="1627875"/>
            <a:ext cx="3961721" cy="3039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165" y="6156884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>
          <a:xfrm>
            <a:off x="609759" y="6257884"/>
            <a:ext cx="2743200" cy="184666"/>
          </a:xfrm>
        </p:spPr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600" y="4661161"/>
            <a:ext cx="11199971" cy="212365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lugar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 y 2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modo TE0 y TE1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respectivamente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1 y 3 a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TM0 y TM1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respectivamente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para saber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modo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o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 al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cladding (1.44, SiO2).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apreciar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únicos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 y 1,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mientras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2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empezará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mayores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1.3 um. Por contra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3 no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ningún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 dentro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propuesto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decir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También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observer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Además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ancho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también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hay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la luz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espacio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albergar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mayores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patrones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luz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permitidos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600" y="121920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159" y="2472105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ADA4AE6-2692-46AD-BB4E-E25E2E6553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8291" y="1313726"/>
            <a:ext cx="5389746" cy="3137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340285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Los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índices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para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guía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deep son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mayores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que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guía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deep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está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más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Los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TE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El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índice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grupo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debe de ser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cercano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a 2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deep waveguide. De 1.8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…</a:t>
                </a:r>
              </a:p>
              <a:p>
                <a:pPr algn="just"/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Hablar de la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dispersión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, … Si n2 es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muy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negative</a:t>
                </a:r>
              </a:p>
              <a:p>
                <a:pPr algn="just"/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A mayor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variabilidad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longitude de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, mayor es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índice</a:t>
                </a:r>
                <a:r>
                  <a:rPr lang="en-US" sz="1200" dirty="0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highlight>
                      <a:srgbClr val="FFFF00"/>
                    </a:highlight>
                    <a:latin typeface="Arial" panose="020B0604020202020204" pitchFamily="34" charset="0"/>
                    <a:cs typeface="Arial" panose="020B0604020202020204" pitchFamily="34" charset="0"/>
                  </a:rPr>
                  <a:t>grupo</a:t>
                </a:r>
                <a:endParaRPr lang="en-US" sz="1200" dirty="0">
                  <a:highlight>
                    <a:srgbClr val="FFFF00"/>
                  </a:highlight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34028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1250</TotalTime>
  <Words>765</Words>
  <Application>Microsoft Office PowerPoint</Application>
  <PresentationFormat>Panorámica</PresentationFormat>
  <Paragraphs>95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cfp</cp:lastModifiedBy>
  <cp:revision>17</cp:revision>
  <dcterms:created xsi:type="dcterms:W3CDTF">2025-01-27T02:46:57Z</dcterms:created>
  <dcterms:modified xsi:type="dcterms:W3CDTF">2026-02-16T17:47:44Z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