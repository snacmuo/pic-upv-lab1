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79" d="100"/>
          <a:sy n="79" d="100"/>
        </p:scale>
        <p:origin x="1210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828</TotalTime>
  <Words>396</Words>
  <Application>Microsoft Office PowerPoint</Application>
  <PresentationFormat>Panorámica</PresentationFormat>
  <Paragraphs>84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Christian Camilo Cano Vasquez</cp:lastModifiedBy>
  <cp:revision>8</cp:revision>
  <dcterms:created xsi:type="dcterms:W3CDTF">2025-01-27T02:46:57Z</dcterms:created>
  <dcterms:modified xsi:type="dcterms:W3CDTF">2026-02-16T10:00:16Z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